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Operational Efficiency</a:t>
            </a:r>
          </a:p>
          <a:p>
            <a:pPr algn="ctr">
              <a:defRPr sz="4400" b="1">
                <a:solidFill>
                  <a:srgbClr val="2980B9"/>
                </a:solidFill>
              </a:defRPr>
            </a:pPr>
            <a:r>
              <a:t>Analysis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ECF0F1"/>
                </a:solidFill>
              </a:defRPr>
            </a:pPr>
            <a:r>
              <a:t>Manufacturing Production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CF0F1"/>
                </a:solidFill>
              </a:defRPr>
            </a:pPr>
            <a:r>
              <a:t>Prepared: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Key findings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Overall System Efficiency Score: 56.9/100 (NEEDS IMPROVEMENT)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Total Records Analyzed: 16,000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Critical Bottlenecks Identified: 2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Current Avg Processing Time: 55.9 min/step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Projected Improved Time: 55.6 min/step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Expected Improvement: 0.6%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ML Model Accuracy (R2): 0.784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Efficiency Scores by Process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Scored on cycle time, wait time, errors, and rework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Material Receiving: 82/100 [EXCELLENT]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Material Inspection: 63/100 [OK]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Pre-Processing: 55/100 [OK]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Assembly: 12/100 [CRITICAL]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Quality Control: 34/100 [CRITICAL]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Finishing &amp; Packaging: 66/100 [GOOD]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Final Inspection: 63/100 [OK]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Warehouse Storage: 80/100 [EXCELLENT]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System Average: 56.9/100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Efficiency Scores Overview</a:t>
            </a:r>
          </a:p>
        </p:txBody>
      </p:sp>
      <p:pic>
        <p:nvPicPr>
          <p:cNvPr id="4" name="Picture 3" descr="1_efficiency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Cycle Time vs Wait Time Analysis</a:t>
            </a:r>
          </a:p>
        </p:txBody>
      </p:sp>
      <p:pic>
        <p:nvPicPr>
          <p:cNvPr id="4" name="Picture 3" descr="2_cycle_vs_w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Error and Rework Rates</a:t>
            </a:r>
          </a:p>
        </p:txBody>
      </p:sp>
      <p:pic>
        <p:nvPicPr>
          <p:cNvPr id="4" name="Picture 3" descr="3_error_rework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Bottleneck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2 critical bottleneck(s)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BOTTLENECK #1: Assembly (Production)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Score: 12.1 | Grade: F - Critical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HIGH WAIT TIME - avg 35 min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SLOW PROCESSING - avg 105 min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HIGH ERROR RATE - 9.8% of orders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HIGH REWORK RATE - 6.8% of orders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BOTTLENECK #2: Quality Control (Quality)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Score: 34.1 | Grade: F - Critical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HIGH ERROR RATE - 14.4% of orders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- HIGH REWORK RATE - 9.2% of orders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Monthly Performance Trend</a:t>
            </a:r>
          </a:p>
        </p:txBody>
      </p:sp>
      <p:pic>
        <p:nvPicPr>
          <p:cNvPr id="4" name="Picture 3" descr="4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Department Performance Heatmap</a:t>
            </a:r>
          </a:p>
        </p:txBody>
      </p:sp>
      <p:pic>
        <p:nvPicPr>
          <p:cNvPr id="4" name="Picture 3" descr="5_depart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Proposed improvements to address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--- Assembly (Production) ---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Current Score: 12.1 (F - Critical)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WAIT TIME Issue: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Add more staff during peak hours to reduce queue times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Implement a priority queue system for Express/Rush orders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Consider parallel processing where possible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SLOW PROCESSING Issue: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Standardize the process with clear SOPs (Standard Operating Procedures)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Invest in automation tools (barcode scanners, conveyor systems)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Provide additional training to staff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HIGH ERROR RATE Issue: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- Implement checklist-based verification at each step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ML-powered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Prediction Model: Random Forest (100 trees)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Model Accuracy: R2 = 0.784, MAE = 12.8 min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CURRENT SYSTEM: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Average processing time: 55.9 min/step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IMPROVED SYSTEM (after fixing bottlenecks):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   Projected processing time: 55.6 min/step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EXPECTED IMPROVEMENT: 0.6%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vs Improved Performance</a:t>
            </a:r>
          </a:p>
        </p:txBody>
      </p:sp>
      <p:pic>
        <p:nvPicPr>
          <p:cNvPr id="4" name="Picture 3" descr="6_predic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CF0F1"/>
                </a:solidFill>
              </a:defRPr>
            </a:pPr>
            <a:r>
              <a:t>Recommended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1. Address critical bottlenecks immediately (F-grade steps)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2. Implement quick wins: checklists, priority queues, SOPs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3. Invest in automation for high-error steps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4. Re-run analysis monthly to track improvement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5. Set target: raise system score from 57 to 75+ within 6 months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</a:defRPr>
            </a:pPr>
            <a:r>
              <a:t>Contact: Generated by Operational Efficiency Scoring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